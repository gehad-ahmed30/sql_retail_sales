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77F98-A58F-9378-5BD9-53E01E49AAB7}" v="158" dt="2025-12-28T20:23:37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F41D17-317F-406E-9491-7925B619B52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F62CD8-03F6-4141-9383-9DA82F1EB8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and structure a retail sales database</a:t>
          </a:r>
        </a:p>
      </dgm:t>
    </dgm:pt>
    <dgm:pt modelId="{F6C9C87A-B132-4689-82D1-0E7456C07886}" type="parTrans" cxnId="{4A2D445C-1CF5-46A4-89C8-DB89974E8675}">
      <dgm:prSet/>
      <dgm:spPr/>
      <dgm:t>
        <a:bodyPr/>
        <a:lstStyle/>
        <a:p>
          <a:endParaRPr lang="en-US"/>
        </a:p>
      </dgm:t>
    </dgm:pt>
    <dgm:pt modelId="{4F0BC24A-878D-4BA9-9370-3C7432788B91}" type="sibTrans" cxnId="{4A2D445C-1CF5-46A4-89C8-DB89974E8675}">
      <dgm:prSet/>
      <dgm:spPr/>
      <dgm:t>
        <a:bodyPr/>
        <a:lstStyle/>
        <a:p>
          <a:endParaRPr lang="en-US"/>
        </a:p>
      </dgm:t>
    </dgm:pt>
    <dgm:pt modelId="{3E140E92-0667-4D1F-8153-560F8E3244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 data and handle missing values</a:t>
          </a:r>
        </a:p>
      </dgm:t>
    </dgm:pt>
    <dgm:pt modelId="{0B8BB317-3FED-4E18-88AA-EDFDCD0D5EB5}" type="parTrans" cxnId="{D638BFF0-C604-4C91-A6EB-B609DF722B96}">
      <dgm:prSet/>
      <dgm:spPr/>
      <dgm:t>
        <a:bodyPr/>
        <a:lstStyle/>
        <a:p>
          <a:endParaRPr lang="en-US"/>
        </a:p>
      </dgm:t>
    </dgm:pt>
    <dgm:pt modelId="{A1B91C28-BED6-4A98-9268-3A79508DED62}" type="sibTrans" cxnId="{D638BFF0-C604-4C91-A6EB-B609DF722B96}">
      <dgm:prSet/>
      <dgm:spPr/>
      <dgm:t>
        <a:bodyPr/>
        <a:lstStyle/>
        <a:p>
          <a:endParaRPr lang="en-US"/>
        </a:p>
      </dgm:t>
    </dgm:pt>
    <dgm:pt modelId="{10E46B98-E332-4209-A042-202D0AFEE3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 Exploratory Data Analysis (EDA)</a:t>
          </a:r>
        </a:p>
      </dgm:t>
    </dgm:pt>
    <dgm:pt modelId="{A91659D2-3C6E-4F6F-8947-3A2A0CE0FDBA}" type="parTrans" cxnId="{B12304A0-2934-4578-A173-B6CEF1871128}">
      <dgm:prSet/>
      <dgm:spPr/>
      <dgm:t>
        <a:bodyPr/>
        <a:lstStyle/>
        <a:p>
          <a:endParaRPr lang="en-US"/>
        </a:p>
      </dgm:t>
    </dgm:pt>
    <dgm:pt modelId="{4F876194-C43D-47DA-B636-0F2428050F6A}" type="sibTrans" cxnId="{B12304A0-2934-4578-A173-B6CEF1871128}">
      <dgm:prSet/>
      <dgm:spPr/>
      <dgm:t>
        <a:bodyPr/>
        <a:lstStyle/>
        <a:p>
          <a:endParaRPr lang="en-US"/>
        </a:p>
      </dgm:t>
    </dgm:pt>
    <dgm:pt modelId="{0A4259AE-F32B-4E66-A70A-44158035C4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Answer real business questions using SQL queries</a:t>
          </a:r>
        </a:p>
      </dgm:t>
    </dgm:pt>
    <dgm:pt modelId="{5E75CD3D-8C5F-4B35-92F5-C637A0751636}" type="parTrans" cxnId="{E6FE3467-2459-4DF5-8717-938C6446C691}">
      <dgm:prSet/>
      <dgm:spPr/>
      <dgm:t>
        <a:bodyPr/>
        <a:lstStyle/>
        <a:p>
          <a:endParaRPr lang="en-US"/>
        </a:p>
      </dgm:t>
    </dgm:pt>
    <dgm:pt modelId="{E6167436-7AF4-4CDB-849E-FF5354EFACAE}" type="sibTrans" cxnId="{E6FE3467-2459-4DF5-8717-938C6446C691}">
      <dgm:prSet/>
      <dgm:spPr/>
      <dgm:t>
        <a:bodyPr/>
        <a:lstStyle/>
        <a:p>
          <a:endParaRPr lang="en-US"/>
        </a:p>
      </dgm:t>
    </dgm:pt>
    <dgm:pt modelId="{E3534C19-5004-4B56-B5E3-CE63E729FB2B}" type="pres">
      <dgm:prSet presAssocID="{C3F41D17-317F-406E-9491-7925B619B526}" presName="root" presStyleCnt="0">
        <dgm:presLayoutVars>
          <dgm:dir/>
          <dgm:resizeHandles val="exact"/>
        </dgm:presLayoutVars>
      </dgm:prSet>
      <dgm:spPr/>
    </dgm:pt>
    <dgm:pt modelId="{B405DEF2-03E6-49A7-8940-6A93CDBA0ECC}" type="pres">
      <dgm:prSet presAssocID="{46F62CD8-03F6-4141-9383-9DA82F1EB83B}" presName="compNode" presStyleCnt="0"/>
      <dgm:spPr/>
    </dgm:pt>
    <dgm:pt modelId="{0B09DC52-31E2-4B78-94C7-044D33793233}" type="pres">
      <dgm:prSet presAssocID="{46F62CD8-03F6-4141-9383-9DA82F1EB83B}" presName="bgRect" presStyleLbl="bgShp" presStyleIdx="0" presStyleCnt="4"/>
      <dgm:spPr/>
    </dgm:pt>
    <dgm:pt modelId="{DCAF36E8-CA94-4AAA-9066-A8579D59975F}" type="pres">
      <dgm:prSet presAssocID="{46F62CD8-03F6-4141-9383-9DA82F1EB8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FFBBC6C-93D6-48B2-8451-E4DA7491E217}" type="pres">
      <dgm:prSet presAssocID="{46F62CD8-03F6-4141-9383-9DA82F1EB83B}" presName="spaceRect" presStyleCnt="0"/>
      <dgm:spPr/>
    </dgm:pt>
    <dgm:pt modelId="{8DEB2167-AFD1-4E93-B92A-A2B54D9CD330}" type="pres">
      <dgm:prSet presAssocID="{46F62CD8-03F6-4141-9383-9DA82F1EB83B}" presName="parTx" presStyleLbl="revTx" presStyleIdx="0" presStyleCnt="4">
        <dgm:presLayoutVars>
          <dgm:chMax val="0"/>
          <dgm:chPref val="0"/>
        </dgm:presLayoutVars>
      </dgm:prSet>
      <dgm:spPr/>
    </dgm:pt>
    <dgm:pt modelId="{EBEF315C-3C8E-44DE-869E-920BD84CC047}" type="pres">
      <dgm:prSet presAssocID="{4F0BC24A-878D-4BA9-9370-3C7432788B91}" presName="sibTrans" presStyleCnt="0"/>
      <dgm:spPr/>
    </dgm:pt>
    <dgm:pt modelId="{5EB5B797-A250-477F-A70F-F8FF99650638}" type="pres">
      <dgm:prSet presAssocID="{3E140E92-0667-4D1F-8153-560F8E3244B8}" presName="compNode" presStyleCnt="0"/>
      <dgm:spPr/>
    </dgm:pt>
    <dgm:pt modelId="{70A07441-C093-46F1-9BF9-7D6895035169}" type="pres">
      <dgm:prSet presAssocID="{3E140E92-0667-4D1F-8153-560F8E3244B8}" presName="bgRect" presStyleLbl="bgShp" presStyleIdx="1" presStyleCnt="4"/>
      <dgm:spPr/>
    </dgm:pt>
    <dgm:pt modelId="{29734830-EA05-4A2B-8527-ADC5B140ABD2}" type="pres">
      <dgm:prSet presAssocID="{3E140E92-0667-4D1F-8153-560F8E3244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87C60B4-55A9-4C24-9D74-71662DF4B178}" type="pres">
      <dgm:prSet presAssocID="{3E140E92-0667-4D1F-8153-560F8E3244B8}" presName="spaceRect" presStyleCnt="0"/>
      <dgm:spPr/>
    </dgm:pt>
    <dgm:pt modelId="{FE4CE602-E065-4A80-BF93-2D0A4D9BD7AD}" type="pres">
      <dgm:prSet presAssocID="{3E140E92-0667-4D1F-8153-560F8E3244B8}" presName="parTx" presStyleLbl="revTx" presStyleIdx="1" presStyleCnt="4">
        <dgm:presLayoutVars>
          <dgm:chMax val="0"/>
          <dgm:chPref val="0"/>
        </dgm:presLayoutVars>
      </dgm:prSet>
      <dgm:spPr/>
    </dgm:pt>
    <dgm:pt modelId="{CB9697E9-068C-44F5-90D9-2AB1EF60A455}" type="pres">
      <dgm:prSet presAssocID="{A1B91C28-BED6-4A98-9268-3A79508DED62}" presName="sibTrans" presStyleCnt="0"/>
      <dgm:spPr/>
    </dgm:pt>
    <dgm:pt modelId="{690AC27C-0F96-4C8A-900F-FD6F2D7F95FA}" type="pres">
      <dgm:prSet presAssocID="{10E46B98-E332-4209-A042-202D0AFEE3AF}" presName="compNode" presStyleCnt="0"/>
      <dgm:spPr/>
    </dgm:pt>
    <dgm:pt modelId="{1BC53A8A-8CAE-4186-B452-F14269F5874D}" type="pres">
      <dgm:prSet presAssocID="{10E46B98-E332-4209-A042-202D0AFEE3AF}" presName="bgRect" presStyleLbl="bgShp" presStyleIdx="2" presStyleCnt="4"/>
      <dgm:spPr/>
    </dgm:pt>
    <dgm:pt modelId="{44E7FB8B-0A97-4D5B-8E63-DD0DD0A77932}" type="pres">
      <dgm:prSet presAssocID="{10E46B98-E332-4209-A042-202D0AFEE3A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5978DA4-7D59-4A06-8EB9-92EC429D5849}" type="pres">
      <dgm:prSet presAssocID="{10E46B98-E332-4209-A042-202D0AFEE3AF}" presName="spaceRect" presStyleCnt="0"/>
      <dgm:spPr/>
    </dgm:pt>
    <dgm:pt modelId="{1774B37C-7E44-4D76-A975-8B025667CFFD}" type="pres">
      <dgm:prSet presAssocID="{10E46B98-E332-4209-A042-202D0AFEE3AF}" presName="parTx" presStyleLbl="revTx" presStyleIdx="2" presStyleCnt="4">
        <dgm:presLayoutVars>
          <dgm:chMax val="0"/>
          <dgm:chPref val="0"/>
        </dgm:presLayoutVars>
      </dgm:prSet>
      <dgm:spPr/>
    </dgm:pt>
    <dgm:pt modelId="{EEBAE613-6807-4BF5-A6A0-0F6C3B8E8D56}" type="pres">
      <dgm:prSet presAssocID="{4F876194-C43D-47DA-B636-0F2428050F6A}" presName="sibTrans" presStyleCnt="0"/>
      <dgm:spPr/>
    </dgm:pt>
    <dgm:pt modelId="{5857E3EF-94AA-40D9-A2CF-CF3BA61237D3}" type="pres">
      <dgm:prSet presAssocID="{0A4259AE-F32B-4E66-A70A-44158035C41B}" presName="compNode" presStyleCnt="0"/>
      <dgm:spPr/>
    </dgm:pt>
    <dgm:pt modelId="{46B7130F-6FC3-412A-A163-EC3ABAB3E697}" type="pres">
      <dgm:prSet presAssocID="{0A4259AE-F32B-4E66-A70A-44158035C41B}" presName="bgRect" presStyleLbl="bgShp" presStyleIdx="3" presStyleCnt="4"/>
      <dgm:spPr/>
    </dgm:pt>
    <dgm:pt modelId="{7C60C5DA-5B4D-416E-A830-D55E77268EAE}" type="pres">
      <dgm:prSet presAssocID="{0A4259AE-F32B-4E66-A70A-44158035C4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A938CA26-D794-4986-8669-7868785CA9A8}" type="pres">
      <dgm:prSet presAssocID="{0A4259AE-F32B-4E66-A70A-44158035C41B}" presName="spaceRect" presStyleCnt="0"/>
      <dgm:spPr/>
    </dgm:pt>
    <dgm:pt modelId="{5D08DF1E-FB43-4B33-A984-844BE76206B0}" type="pres">
      <dgm:prSet presAssocID="{0A4259AE-F32B-4E66-A70A-44158035C4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435673F-2EA7-4DBC-B684-8717A16DB802}" type="presOf" srcId="{0A4259AE-F32B-4E66-A70A-44158035C41B}" destId="{5D08DF1E-FB43-4B33-A984-844BE76206B0}" srcOrd="0" destOrd="0" presId="urn:microsoft.com/office/officeart/2018/2/layout/IconVerticalSolidList"/>
    <dgm:cxn modelId="{4A2D445C-1CF5-46A4-89C8-DB89974E8675}" srcId="{C3F41D17-317F-406E-9491-7925B619B526}" destId="{46F62CD8-03F6-4141-9383-9DA82F1EB83B}" srcOrd="0" destOrd="0" parTransId="{F6C9C87A-B132-4689-82D1-0E7456C07886}" sibTransId="{4F0BC24A-878D-4BA9-9370-3C7432788B91}"/>
    <dgm:cxn modelId="{347CB363-D786-4C19-A4B2-58163CF06292}" type="presOf" srcId="{10E46B98-E332-4209-A042-202D0AFEE3AF}" destId="{1774B37C-7E44-4D76-A975-8B025667CFFD}" srcOrd="0" destOrd="0" presId="urn:microsoft.com/office/officeart/2018/2/layout/IconVerticalSolidList"/>
    <dgm:cxn modelId="{E6FE3467-2459-4DF5-8717-938C6446C691}" srcId="{C3F41D17-317F-406E-9491-7925B619B526}" destId="{0A4259AE-F32B-4E66-A70A-44158035C41B}" srcOrd="3" destOrd="0" parTransId="{5E75CD3D-8C5F-4B35-92F5-C637A0751636}" sibTransId="{E6167436-7AF4-4CDB-849E-FF5354EFACAE}"/>
    <dgm:cxn modelId="{9650684C-040D-4E24-95CD-44BB2B365EC3}" type="presOf" srcId="{C3F41D17-317F-406E-9491-7925B619B526}" destId="{E3534C19-5004-4B56-B5E3-CE63E729FB2B}" srcOrd="0" destOrd="0" presId="urn:microsoft.com/office/officeart/2018/2/layout/IconVerticalSolidList"/>
    <dgm:cxn modelId="{B12304A0-2934-4578-A173-B6CEF1871128}" srcId="{C3F41D17-317F-406E-9491-7925B619B526}" destId="{10E46B98-E332-4209-A042-202D0AFEE3AF}" srcOrd="2" destOrd="0" parTransId="{A91659D2-3C6E-4F6F-8947-3A2A0CE0FDBA}" sibTransId="{4F876194-C43D-47DA-B636-0F2428050F6A}"/>
    <dgm:cxn modelId="{06E101C3-8C0E-4794-BFE2-EB995D0E8525}" type="presOf" srcId="{46F62CD8-03F6-4141-9383-9DA82F1EB83B}" destId="{8DEB2167-AFD1-4E93-B92A-A2B54D9CD330}" srcOrd="0" destOrd="0" presId="urn:microsoft.com/office/officeart/2018/2/layout/IconVerticalSolidList"/>
    <dgm:cxn modelId="{C0D587E5-F27F-45CB-A136-14AB7090491F}" type="presOf" srcId="{3E140E92-0667-4D1F-8153-560F8E3244B8}" destId="{FE4CE602-E065-4A80-BF93-2D0A4D9BD7AD}" srcOrd="0" destOrd="0" presId="urn:microsoft.com/office/officeart/2018/2/layout/IconVerticalSolidList"/>
    <dgm:cxn modelId="{D638BFF0-C604-4C91-A6EB-B609DF722B96}" srcId="{C3F41D17-317F-406E-9491-7925B619B526}" destId="{3E140E92-0667-4D1F-8153-560F8E3244B8}" srcOrd="1" destOrd="0" parTransId="{0B8BB317-3FED-4E18-88AA-EDFDCD0D5EB5}" sibTransId="{A1B91C28-BED6-4A98-9268-3A79508DED62}"/>
    <dgm:cxn modelId="{5288EADE-723B-4F65-8DFE-01AC476C4D86}" type="presParOf" srcId="{E3534C19-5004-4B56-B5E3-CE63E729FB2B}" destId="{B405DEF2-03E6-49A7-8940-6A93CDBA0ECC}" srcOrd="0" destOrd="0" presId="urn:microsoft.com/office/officeart/2018/2/layout/IconVerticalSolidList"/>
    <dgm:cxn modelId="{B4F1B798-94B5-4A0F-8DB2-E3BEB4CF9539}" type="presParOf" srcId="{B405DEF2-03E6-49A7-8940-6A93CDBA0ECC}" destId="{0B09DC52-31E2-4B78-94C7-044D33793233}" srcOrd="0" destOrd="0" presId="urn:microsoft.com/office/officeart/2018/2/layout/IconVerticalSolidList"/>
    <dgm:cxn modelId="{C0EDFA85-1775-4A38-9F4F-FE1E53CB965E}" type="presParOf" srcId="{B405DEF2-03E6-49A7-8940-6A93CDBA0ECC}" destId="{DCAF36E8-CA94-4AAA-9066-A8579D59975F}" srcOrd="1" destOrd="0" presId="urn:microsoft.com/office/officeart/2018/2/layout/IconVerticalSolidList"/>
    <dgm:cxn modelId="{5C763E36-2A38-4586-A035-02FF380D94B3}" type="presParOf" srcId="{B405DEF2-03E6-49A7-8940-6A93CDBA0ECC}" destId="{AFFBBC6C-93D6-48B2-8451-E4DA7491E217}" srcOrd="2" destOrd="0" presId="urn:microsoft.com/office/officeart/2018/2/layout/IconVerticalSolidList"/>
    <dgm:cxn modelId="{7BB70BC3-91CD-4547-B2EA-4EA22564C13F}" type="presParOf" srcId="{B405DEF2-03E6-49A7-8940-6A93CDBA0ECC}" destId="{8DEB2167-AFD1-4E93-B92A-A2B54D9CD330}" srcOrd="3" destOrd="0" presId="urn:microsoft.com/office/officeart/2018/2/layout/IconVerticalSolidList"/>
    <dgm:cxn modelId="{B2DF1265-7197-4F88-AFB9-0D1002E6283C}" type="presParOf" srcId="{E3534C19-5004-4B56-B5E3-CE63E729FB2B}" destId="{EBEF315C-3C8E-44DE-869E-920BD84CC047}" srcOrd="1" destOrd="0" presId="urn:microsoft.com/office/officeart/2018/2/layout/IconVerticalSolidList"/>
    <dgm:cxn modelId="{4D0A3CAF-2B36-4A77-89B6-3F736936055F}" type="presParOf" srcId="{E3534C19-5004-4B56-B5E3-CE63E729FB2B}" destId="{5EB5B797-A250-477F-A70F-F8FF99650638}" srcOrd="2" destOrd="0" presId="urn:microsoft.com/office/officeart/2018/2/layout/IconVerticalSolidList"/>
    <dgm:cxn modelId="{88820FA2-0CE2-4C96-8DEB-8D6D8492FFC4}" type="presParOf" srcId="{5EB5B797-A250-477F-A70F-F8FF99650638}" destId="{70A07441-C093-46F1-9BF9-7D6895035169}" srcOrd="0" destOrd="0" presId="urn:microsoft.com/office/officeart/2018/2/layout/IconVerticalSolidList"/>
    <dgm:cxn modelId="{FE4B9A9E-2A42-4CD8-BA43-47E84EF1EA45}" type="presParOf" srcId="{5EB5B797-A250-477F-A70F-F8FF99650638}" destId="{29734830-EA05-4A2B-8527-ADC5B140ABD2}" srcOrd="1" destOrd="0" presId="urn:microsoft.com/office/officeart/2018/2/layout/IconVerticalSolidList"/>
    <dgm:cxn modelId="{91F5A370-1CB3-4D42-BAD3-CB64EA0BF9B0}" type="presParOf" srcId="{5EB5B797-A250-477F-A70F-F8FF99650638}" destId="{487C60B4-55A9-4C24-9D74-71662DF4B178}" srcOrd="2" destOrd="0" presId="urn:microsoft.com/office/officeart/2018/2/layout/IconVerticalSolidList"/>
    <dgm:cxn modelId="{AE03CDB9-C205-44F9-962D-1A31D41446FF}" type="presParOf" srcId="{5EB5B797-A250-477F-A70F-F8FF99650638}" destId="{FE4CE602-E065-4A80-BF93-2D0A4D9BD7AD}" srcOrd="3" destOrd="0" presId="urn:microsoft.com/office/officeart/2018/2/layout/IconVerticalSolidList"/>
    <dgm:cxn modelId="{61F1A34D-88D9-4EBA-BD9D-F0AA0EB9DB60}" type="presParOf" srcId="{E3534C19-5004-4B56-B5E3-CE63E729FB2B}" destId="{CB9697E9-068C-44F5-90D9-2AB1EF60A455}" srcOrd="3" destOrd="0" presId="urn:microsoft.com/office/officeart/2018/2/layout/IconVerticalSolidList"/>
    <dgm:cxn modelId="{0F48E8C4-7C8D-457E-BEE6-9F655D49F31E}" type="presParOf" srcId="{E3534C19-5004-4B56-B5E3-CE63E729FB2B}" destId="{690AC27C-0F96-4C8A-900F-FD6F2D7F95FA}" srcOrd="4" destOrd="0" presId="urn:microsoft.com/office/officeart/2018/2/layout/IconVerticalSolidList"/>
    <dgm:cxn modelId="{B0874199-4300-4F03-9A8D-6414B7689A1A}" type="presParOf" srcId="{690AC27C-0F96-4C8A-900F-FD6F2D7F95FA}" destId="{1BC53A8A-8CAE-4186-B452-F14269F5874D}" srcOrd="0" destOrd="0" presId="urn:microsoft.com/office/officeart/2018/2/layout/IconVerticalSolidList"/>
    <dgm:cxn modelId="{353C5895-B86E-47A5-99CB-15547CA8676D}" type="presParOf" srcId="{690AC27C-0F96-4C8A-900F-FD6F2D7F95FA}" destId="{44E7FB8B-0A97-4D5B-8E63-DD0DD0A77932}" srcOrd="1" destOrd="0" presId="urn:microsoft.com/office/officeart/2018/2/layout/IconVerticalSolidList"/>
    <dgm:cxn modelId="{054BEA13-621A-4719-978B-6A81E718D69A}" type="presParOf" srcId="{690AC27C-0F96-4C8A-900F-FD6F2D7F95FA}" destId="{35978DA4-7D59-4A06-8EB9-92EC429D5849}" srcOrd="2" destOrd="0" presId="urn:microsoft.com/office/officeart/2018/2/layout/IconVerticalSolidList"/>
    <dgm:cxn modelId="{9314D99E-8756-44F1-BB90-568F2A2F0C08}" type="presParOf" srcId="{690AC27C-0F96-4C8A-900F-FD6F2D7F95FA}" destId="{1774B37C-7E44-4D76-A975-8B025667CFFD}" srcOrd="3" destOrd="0" presId="urn:microsoft.com/office/officeart/2018/2/layout/IconVerticalSolidList"/>
    <dgm:cxn modelId="{0AEC0F4A-883E-49E4-B007-A7356667CCE2}" type="presParOf" srcId="{E3534C19-5004-4B56-B5E3-CE63E729FB2B}" destId="{EEBAE613-6807-4BF5-A6A0-0F6C3B8E8D56}" srcOrd="5" destOrd="0" presId="urn:microsoft.com/office/officeart/2018/2/layout/IconVerticalSolidList"/>
    <dgm:cxn modelId="{B19013C9-7530-46F7-82F2-F52824B84864}" type="presParOf" srcId="{E3534C19-5004-4B56-B5E3-CE63E729FB2B}" destId="{5857E3EF-94AA-40D9-A2CF-CF3BA61237D3}" srcOrd="6" destOrd="0" presId="urn:microsoft.com/office/officeart/2018/2/layout/IconVerticalSolidList"/>
    <dgm:cxn modelId="{5BDBD36A-C940-4E61-A18A-EA34F681ADBA}" type="presParOf" srcId="{5857E3EF-94AA-40D9-A2CF-CF3BA61237D3}" destId="{46B7130F-6FC3-412A-A163-EC3ABAB3E697}" srcOrd="0" destOrd="0" presId="urn:microsoft.com/office/officeart/2018/2/layout/IconVerticalSolidList"/>
    <dgm:cxn modelId="{4B1E80C3-CBE9-441E-A49A-DC0FDDA398A8}" type="presParOf" srcId="{5857E3EF-94AA-40D9-A2CF-CF3BA61237D3}" destId="{7C60C5DA-5B4D-416E-A830-D55E77268EAE}" srcOrd="1" destOrd="0" presId="urn:microsoft.com/office/officeart/2018/2/layout/IconVerticalSolidList"/>
    <dgm:cxn modelId="{C1B0C657-AB57-4A5C-9BEF-96FD4370C1DC}" type="presParOf" srcId="{5857E3EF-94AA-40D9-A2CF-CF3BA61237D3}" destId="{A938CA26-D794-4986-8669-7868785CA9A8}" srcOrd="2" destOrd="0" presId="urn:microsoft.com/office/officeart/2018/2/layout/IconVerticalSolidList"/>
    <dgm:cxn modelId="{D8994CC1-F44E-444B-84D7-8B8713F0F01B}" type="presParOf" srcId="{5857E3EF-94AA-40D9-A2CF-CF3BA61237D3}" destId="{5D08DF1E-FB43-4B33-A984-844BE76206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09DC52-31E2-4B78-94C7-044D33793233}">
      <dsp:nvSpPr>
        <dsp:cNvPr id="0" name=""/>
        <dsp:cNvSpPr/>
      </dsp:nvSpPr>
      <dsp:spPr>
        <a:xfrm>
          <a:off x="0" y="1480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F36E8-CA94-4AAA-9066-A8579D59975F}">
      <dsp:nvSpPr>
        <dsp:cNvPr id="0" name=""/>
        <dsp:cNvSpPr/>
      </dsp:nvSpPr>
      <dsp:spPr>
        <a:xfrm>
          <a:off x="226919" y="170263"/>
          <a:ext cx="412581" cy="4125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B2167-AFD1-4E93-B92A-A2B54D9CD330}">
      <dsp:nvSpPr>
        <dsp:cNvPr id="0" name=""/>
        <dsp:cNvSpPr/>
      </dsp:nvSpPr>
      <dsp:spPr>
        <a:xfrm>
          <a:off x="866420" y="1480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Create and structure a retail sales database</a:t>
          </a:r>
        </a:p>
      </dsp:txBody>
      <dsp:txXfrm>
        <a:off x="866420" y="1480"/>
        <a:ext cx="10024507" cy="750147"/>
      </dsp:txXfrm>
    </dsp:sp>
    <dsp:sp modelId="{70A07441-C093-46F1-9BF9-7D6895035169}">
      <dsp:nvSpPr>
        <dsp:cNvPr id="0" name=""/>
        <dsp:cNvSpPr/>
      </dsp:nvSpPr>
      <dsp:spPr>
        <a:xfrm>
          <a:off x="0" y="939164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34830-EA05-4A2B-8527-ADC5B140ABD2}">
      <dsp:nvSpPr>
        <dsp:cNvPr id="0" name=""/>
        <dsp:cNvSpPr/>
      </dsp:nvSpPr>
      <dsp:spPr>
        <a:xfrm>
          <a:off x="226919" y="1107947"/>
          <a:ext cx="412581" cy="4125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CE602-E065-4A80-BF93-2D0A4D9BD7AD}">
      <dsp:nvSpPr>
        <dsp:cNvPr id="0" name=""/>
        <dsp:cNvSpPr/>
      </dsp:nvSpPr>
      <dsp:spPr>
        <a:xfrm>
          <a:off x="866420" y="939164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Clean data and handle missing values</a:t>
          </a:r>
        </a:p>
      </dsp:txBody>
      <dsp:txXfrm>
        <a:off x="866420" y="939164"/>
        <a:ext cx="10024507" cy="750147"/>
      </dsp:txXfrm>
    </dsp:sp>
    <dsp:sp modelId="{1BC53A8A-8CAE-4186-B452-F14269F5874D}">
      <dsp:nvSpPr>
        <dsp:cNvPr id="0" name=""/>
        <dsp:cNvSpPr/>
      </dsp:nvSpPr>
      <dsp:spPr>
        <a:xfrm>
          <a:off x="0" y="1876848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E7FB8B-0A97-4D5B-8E63-DD0DD0A77932}">
      <dsp:nvSpPr>
        <dsp:cNvPr id="0" name=""/>
        <dsp:cNvSpPr/>
      </dsp:nvSpPr>
      <dsp:spPr>
        <a:xfrm>
          <a:off x="226919" y="2045631"/>
          <a:ext cx="412581" cy="4125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4B37C-7E44-4D76-A975-8B025667CFFD}">
      <dsp:nvSpPr>
        <dsp:cNvPr id="0" name=""/>
        <dsp:cNvSpPr/>
      </dsp:nvSpPr>
      <dsp:spPr>
        <a:xfrm>
          <a:off x="866420" y="1876848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Perform Exploratory Data Analysis (EDA)</a:t>
          </a:r>
        </a:p>
      </dsp:txBody>
      <dsp:txXfrm>
        <a:off x="866420" y="1876848"/>
        <a:ext cx="10024507" cy="750147"/>
      </dsp:txXfrm>
    </dsp:sp>
    <dsp:sp modelId="{46B7130F-6FC3-412A-A163-EC3ABAB3E697}">
      <dsp:nvSpPr>
        <dsp:cNvPr id="0" name=""/>
        <dsp:cNvSpPr/>
      </dsp:nvSpPr>
      <dsp:spPr>
        <a:xfrm>
          <a:off x="0" y="2814532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0C5DA-5B4D-416E-A830-D55E77268EAE}">
      <dsp:nvSpPr>
        <dsp:cNvPr id="0" name=""/>
        <dsp:cNvSpPr/>
      </dsp:nvSpPr>
      <dsp:spPr>
        <a:xfrm>
          <a:off x="226919" y="2983315"/>
          <a:ext cx="412581" cy="4125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08DF1E-FB43-4B33-A984-844BE76206B0}">
      <dsp:nvSpPr>
        <dsp:cNvPr id="0" name=""/>
        <dsp:cNvSpPr/>
      </dsp:nvSpPr>
      <dsp:spPr>
        <a:xfrm>
          <a:off x="866420" y="2814532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Answer real business questions using SQL queries</a:t>
          </a:r>
        </a:p>
      </dsp:txBody>
      <dsp:txXfrm>
        <a:off x="866420" y="2814532"/>
        <a:ext cx="10024507" cy="750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7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5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84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3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4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91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0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3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98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99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gnifying glass showing decling performance">
            <a:extLst>
              <a:ext uri="{FF2B5EF4-FFF2-40B4-BE49-F238E27FC236}">
                <a16:creationId xmlns:a16="http://schemas.microsoft.com/office/drawing/2014/main" id="{C046B371-CF33-7AA9-6813-C8306837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4439" r="9085" b="18834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  <a:ea typeface="+mj-lt"/>
                <a:cs typeface="+mj-lt"/>
              </a:rPr>
              <a:t>Retail Sales Analysis Using SQL</a:t>
            </a:r>
            <a:endParaRPr lang="en-US" sz="60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Prepared by: </a:t>
            </a:r>
            <a:r>
              <a:rPr lang="en-US" i="1">
                <a:solidFill>
                  <a:srgbClr val="FFFFFF"/>
                </a:solidFill>
                <a:ea typeface="+mn-lt"/>
                <a:cs typeface="+mn-lt"/>
              </a:rPr>
              <a:t>Gehad Elberady</a:t>
            </a: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BABFB-9BC6-0C12-7C49-68EC331C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Project Overview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E7D9-B3F3-863D-FC02-40382D4F7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Retail Sales Analysis project using SQL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Focuses on analyzing sales data to extract business insights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Covers full SQL workflow:</a:t>
            </a:r>
            <a:endParaRPr lang="en-US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   Database creation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   Data cleaning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   Data analysis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   Business insights</a:t>
            </a: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A402256D-BF7D-1B60-9545-EE38B79CF6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19" r="24479" b="-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5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7055-415C-F4B7-3A50-B84A7301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Project Objectives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C3BE42-876A-3427-5868-9DF6C43D63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32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DEA66-BCF2-823C-8C94-84D64376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Dataset Description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CAC10D-FAC0-7AA6-D67A-662E1F3B7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44" y="3155143"/>
            <a:ext cx="10117218" cy="30645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4D2B-8F51-D79C-1F99-D1F0BBD6B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73915" cy="733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Table: </a:t>
            </a:r>
            <a:r>
              <a:rPr lang="en-US" sz="2400" b="1" dirty="0" err="1">
                <a:solidFill>
                  <a:schemeClr val="tx2">
                    <a:lumMod val="49000"/>
                    <a:lumOff val="51000"/>
                  </a:schemeClr>
                </a:solidFill>
              </a:rPr>
              <a:t>retails_sales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endParaRPr lang="en-US" dirty="0">
              <a:latin typeface="Grandview Display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56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E61D-4F40-F009-CC1B-56EFEBA3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Database Setup</a:t>
            </a:r>
            <a:endParaRPr lang="en-US"/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BB07670-AEAA-45DD-39C2-771732C84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901" y="2468715"/>
            <a:ext cx="10637582" cy="405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3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39F3-CCF9-FAE6-06AA-FA750012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Data Exploration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BE441-8A3A-0C60-E339-0E7D38B3A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067120"/>
            <a:ext cx="10890928" cy="14655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View data</a:t>
            </a:r>
          </a:p>
          <a:p>
            <a:r>
              <a:rPr lang="en-US">
                <a:ea typeface="+mn-lt"/>
                <a:cs typeface="+mn-lt"/>
              </a:rPr>
              <a:t>Understand structure</a:t>
            </a:r>
          </a:p>
          <a:p>
            <a:r>
              <a:rPr lang="en-US">
                <a:ea typeface="+mn-lt"/>
                <a:cs typeface="+mn-lt"/>
              </a:rPr>
              <a:t>Check total records and uniqueness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63F6679-658F-9AC0-F039-E42AB2E82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7" y="3631882"/>
            <a:ext cx="10890928" cy="278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6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0FAB-184E-216B-2A0C-2ADAED63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685389"/>
          </a:xfrm>
        </p:spPr>
        <p:txBody>
          <a:bodyPr>
            <a:normAutofit fontScale="90000"/>
          </a:bodyPr>
          <a:lstStyle/>
          <a:p>
            <a:r>
              <a:rPr lang="en-US" b="0" dirty="0">
                <a:ea typeface="+mj-lt"/>
                <a:cs typeface="+mj-lt"/>
              </a:rPr>
              <a:t>Data Cleaning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A5F313-B196-F9FC-2A04-E16DF9A1B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103" y="2345148"/>
            <a:ext cx="9700908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8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68A9-9E00-BEA9-B41E-78127EBE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Business Question</a:t>
            </a:r>
            <a:endParaRPr lang="en-US" dirty="0"/>
          </a:p>
        </p:txBody>
      </p:sp>
      <p:pic>
        <p:nvPicPr>
          <p:cNvPr id="4" name="Content Placeholder 3" descr="A white background with green text">
            <a:extLst>
              <a:ext uri="{FF2B5EF4-FFF2-40B4-BE49-F238E27FC236}">
                <a16:creationId xmlns:a16="http://schemas.microsoft.com/office/drawing/2014/main" id="{481557A1-CE1D-7EDB-5F12-E165FF68C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377" y="2587618"/>
            <a:ext cx="10890928" cy="327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6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CDBD-24F9-C0A9-B7CE-DB151EC5F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Business Question</a:t>
            </a:r>
          </a:p>
          <a:p>
            <a:endParaRPr lang="en-US" dirty="0"/>
          </a:p>
        </p:txBody>
      </p:sp>
      <p:pic>
        <p:nvPicPr>
          <p:cNvPr id="4" name="Content Placeholder 3" descr="A white screen with green text&#10;&#10;AI-generated content may be incorrect.">
            <a:extLst>
              <a:ext uri="{FF2B5EF4-FFF2-40B4-BE49-F238E27FC236}">
                <a16:creationId xmlns:a16="http://schemas.microsoft.com/office/drawing/2014/main" id="{BAC9DD2C-46C6-0352-56D4-F9A33C15C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377" y="2686272"/>
            <a:ext cx="10890928" cy="301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5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D76D-472F-246F-04FC-E912B3FF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Business Question</a:t>
            </a:r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9E44BA-4421-726F-C3CF-625CF17FB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432" y="2719430"/>
            <a:ext cx="10894541" cy="382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03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BC2FA-3F70-0FC9-69D2-8E8AAABE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Thank You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04470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DashVTI</vt:lpstr>
      <vt:lpstr>Retail Sales Analysis Using SQL</vt:lpstr>
      <vt:lpstr>Project Overview</vt:lpstr>
      <vt:lpstr>Project Objectives</vt:lpstr>
      <vt:lpstr>Dataset Description</vt:lpstr>
      <vt:lpstr>Database Setup</vt:lpstr>
      <vt:lpstr>Data Exploration</vt:lpstr>
      <vt:lpstr>Data Cleaning</vt:lpstr>
      <vt:lpstr>Business Question</vt:lpstr>
      <vt:lpstr>Business Question </vt:lpstr>
      <vt:lpstr>Business Question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105</cp:revision>
  <dcterms:created xsi:type="dcterms:W3CDTF">2025-12-28T19:26:59Z</dcterms:created>
  <dcterms:modified xsi:type="dcterms:W3CDTF">2025-12-28T20:24:29Z</dcterms:modified>
</cp:coreProperties>
</file>